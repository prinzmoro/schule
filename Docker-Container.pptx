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4630400" cy="8229600"/>
  <p:notesSz cx="8229600" cy="14630400"/>
  <p:embeddedFontLst>
    <p:embeddedFont>
      <p:font typeface="Noto Sans TC" panose="020B0604020202020204" charset="-128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Sora Medium" panose="020B0604020202020204" charset="0"/>
      <p:regular r:id="rId1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54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– Container für Entwicklung und Deployment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Felix Mayrhofer &amp; Felix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Bockenauer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214" y="597337"/>
            <a:ext cx="5430679" cy="67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Was ist Docker?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14" y="1822013"/>
            <a:ext cx="5608082" cy="56080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5744" y="1796058"/>
            <a:ext cx="5991701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Container-Technologie für Software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905743" y="2411373"/>
            <a:ext cx="7550485" cy="3053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Verpackt Anwendungen mit </a:t>
            </a:r>
            <a:r>
              <a:rPr lang="en-US" sz="220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allen</a:t>
            </a: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220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Abhängigkeiten</a:t>
            </a:r>
            <a:endParaRPr lang="en-US" sz="2200" dirty="0"/>
          </a:p>
          <a:p>
            <a:pPr marL="342900" indent="-342900" algn="l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Läuft überall </a:t>
            </a:r>
            <a:r>
              <a:rPr lang="en-US" sz="220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identisch</a:t>
            </a: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</a:p>
          <a:p>
            <a:pPr marL="342900" indent="-342900" algn="l">
              <a:lnSpc>
                <a:spcPts val="3500"/>
              </a:lnSpc>
              <a:buSzPct val="100000"/>
              <a:buChar char="•"/>
            </a:pPr>
            <a:r>
              <a:rPr lang="en-US" sz="220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Leichtgewichtig</a:t>
            </a: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und schnell startbar</a:t>
            </a:r>
            <a:endParaRPr lang="en-US" sz="2200" dirty="0"/>
          </a:p>
          <a:p>
            <a:pPr marL="342900" indent="-342900" algn="l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Isoliert Prozesse voneinander</a:t>
            </a:r>
            <a:endParaRPr lang="en-US" sz="22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02119EF-9EA2-B46B-7EEC-55843CC40E5A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7258"/>
            <a:ext cx="96494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Container vs. Virtuelle Maschinen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9666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19" y="3168311"/>
            <a:ext cx="110277" cy="24371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296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Container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787378"/>
            <a:ext cx="5801916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Teilen sich Host-Betriebssystem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in Sekunden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MB statt GB Speicherbedarf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Minimal-Overhead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28547" y="3039666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15" y="3125464"/>
            <a:ext cx="114155" cy="25228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296960"/>
            <a:ext cx="2858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Virtuelle Maschinen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787378"/>
            <a:ext cx="5802035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Eigenes komplettes OS pro VM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 in Minuten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GB Speicherbedarf pro VM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Höherer Ressourcenverbrauch</a:t>
            </a:r>
            <a:endParaRPr lang="en-US" sz="20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9BE070D-7DC3-4595-2009-CB68A1D70C2B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86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Installation &amp; Setup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610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16085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090392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Desktop herunterladen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93514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Windows, macOS oder Linux Version von docker.com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35610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938707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4090392"/>
            <a:ext cx="34837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Installation durchführen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4580811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Setup ausführen, bei Windows WSL2 aktivieren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35610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938707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4090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Verifizierung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4580811"/>
            <a:ext cx="4196358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Terminal öffnen: </a:t>
            </a: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75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28E8B16-2326-900E-E5ED-DB740572DBB5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8112"/>
            <a:ext cx="6774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Wichtige Grundbefehle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00519"/>
            <a:ext cx="3090505" cy="2990850"/>
          </a:xfrm>
          <a:prstGeom prst="roundRect">
            <a:avLst>
              <a:gd name="adj" fmla="val 11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020604" y="3427333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run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17752"/>
            <a:ext cx="26368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Container aus Image starten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20604" y="4898708"/>
            <a:ext cx="2636877" cy="702945"/>
          </a:xfrm>
          <a:prstGeom prst="roundRect">
            <a:avLst>
              <a:gd name="adj" fmla="val 4840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009293" y="4898708"/>
            <a:ext cx="2659499" cy="702945"/>
          </a:xfrm>
          <a:prstGeom prst="roundRect">
            <a:avLst>
              <a:gd name="adj" fmla="val 4840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236107" y="5068729"/>
            <a:ext cx="22058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nginx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3200519"/>
            <a:ext cx="3090624" cy="2990850"/>
          </a:xfrm>
          <a:prstGeom prst="roundRect">
            <a:avLst>
              <a:gd name="adj" fmla="val 11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337923" y="3427333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37923" y="3917752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Laufende Container anzeigen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37923" y="4898708"/>
            <a:ext cx="2636996" cy="702945"/>
          </a:xfrm>
          <a:prstGeom prst="roundRect">
            <a:avLst>
              <a:gd name="adj" fmla="val 4840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326612" y="4898708"/>
            <a:ext cx="2659618" cy="702945"/>
          </a:xfrm>
          <a:prstGeom prst="roundRect">
            <a:avLst>
              <a:gd name="adj" fmla="val 4840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53426" y="5068729"/>
            <a:ext cx="22059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3200519"/>
            <a:ext cx="3090624" cy="2990850"/>
          </a:xfrm>
          <a:prstGeom prst="roundRect">
            <a:avLst>
              <a:gd name="adj" fmla="val 11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655362" y="3427333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build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3917752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Image aus Dockerfile erstellen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655362" y="4898708"/>
            <a:ext cx="2636996" cy="1065848"/>
          </a:xfrm>
          <a:prstGeom prst="roundRect">
            <a:avLst>
              <a:gd name="adj" fmla="val 3192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644051" y="4898708"/>
            <a:ext cx="2659618" cy="1065848"/>
          </a:xfrm>
          <a:prstGeom prst="roundRect">
            <a:avLst>
              <a:gd name="adj" fmla="val 3192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870865" y="5068729"/>
            <a:ext cx="22059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 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0745986" y="3200519"/>
            <a:ext cx="3090624" cy="2990850"/>
          </a:xfrm>
          <a:prstGeom prst="roundRect">
            <a:avLst>
              <a:gd name="adj" fmla="val 11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0972800" y="3427333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stop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0" y="3917752"/>
            <a:ext cx="26369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Container beenden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0972800" y="4535805"/>
            <a:ext cx="2636996" cy="1065848"/>
          </a:xfrm>
          <a:prstGeom prst="roundRect">
            <a:avLst>
              <a:gd name="adj" fmla="val 3192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10961489" y="4535805"/>
            <a:ext cx="2659618" cy="1065848"/>
          </a:xfrm>
          <a:prstGeom prst="roundRect">
            <a:avLst>
              <a:gd name="adj" fmla="val 3192"/>
            </a:avLst>
          </a:prstGeom>
          <a:solidFill>
            <a:srgbClr val="14141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1188303" y="4705826"/>
            <a:ext cx="22059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container-id</a:t>
            </a:r>
            <a:endParaRPr lang="en-US" sz="1750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E15A209-BAD9-7934-0A58-61D151816C89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49248"/>
            <a:ext cx="7016591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Aufbau eines Dockerfiles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614601" y="1663303"/>
            <a:ext cx="6590109" cy="5916930"/>
          </a:xfrm>
          <a:prstGeom prst="roundRect">
            <a:avLst>
              <a:gd name="adj" fmla="val 560"/>
            </a:avLst>
          </a:prstGeom>
          <a:solidFill>
            <a:srgbClr val="97B8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35581" y="1878806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Dockerfile Struktur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35581" y="2466618"/>
            <a:ext cx="6148149" cy="4871204"/>
          </a:xfrm>
          <a:prstGeom prst="roundRect">
            <a:avLst>
              <a:gd name="adj" fmla="val 681"/>
            </a:avLst>
          </a:prstGeom>
          <a:solidFill>
            <a:srgbClr val="8AAB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4627" y="2466618"/>
            <a:ext cx="6170057" cy="4871204"/>
          </a:xfrm>
          <a:prstGeom prst="roundRect">
            <a:avLst>
              <a:gd name="adj" fmla="val 681"/>
            </a:avLst>
          </a:prstGeom>
          <a:solidFill>
            <a:srgbClr val="8AAB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45607" y="2632353"/>
            <a:ext cx="5728097" cy="453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node:18-alpine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r>
              <a:rPr lang="en-US" sz="1700" dirty="0" err="1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8AAB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92497" y="1878806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Schritt für Schritt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592497" y="2439710"/>
            <a:ext cx="6271736" cy="209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FROM: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Basis-Image wählen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WORKDIR: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Arbeitsverzeichnis setzen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COPY: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Dateien hineinkopieren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RUN: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Befehle ausführen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EXPOSE: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Ports freigeben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CMD:</a:t>
            </a: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Startbefehl definieren</a:t>
            </a:r>
            <a:endParaRPr lang="en-US" sz="170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21C2446-7F67-4179-75EF-3983B092DAA4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9048"/>
            <a:ext cx="6030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Einsatz im Unterricht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07145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Webentwicklung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561874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Einheitliche Entwicklungsumgebungen für HTML, CSS, JavaScript – alle arbeiten mit identischem Setup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7145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Datenbanken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561874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MySQL, PostgreSQL, MongoDB schnell bereitstellen ohne lokale Installation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04209"/>
            <a:ext cx="3243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Programmiersprachen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9462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Python, Java, Node.js isoliert testen ohne Versionskonflikte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cs typeface="Sora Medium" pitchFamily="34" charset="-120"/>
              </a:rPr>
              <a:t>Webserver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9462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Einfache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erstellung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von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Webservern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</a:t>
            </a:r>
            <a:r>
              <a:rPr lang="en-US" sz="1750" dirty="0" err="1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mithilfe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 von Nginx</a:t>
            </a:r>
            <a:endParaRPr lang="en-US" sz="175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119E47F-6CC7-C575-D9E6-AF573896CA81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894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Docker Compose – Mehrere Container orchestrieren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1815"/>
            <a:ext cx="6244709" cy="35683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3063478"/>
            <a:ext cx="453235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Was ist Docker Compose?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599521" y="3715583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Definiert Multi-Container-Anwendungen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YAML-Konfigurationsdatei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Ein Befehl startet alle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Verwaltet Netzwerke und Volumes automatisch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5394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Typisches Beispiel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5975240"/>
            <a:ext cx="624470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Webserver + Datenbank + Cache gemeinsam starten: </a:t>
            </a:r>
            <a:r>
              <a:rPr lang="en-US" sz="17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endParaRPr lang="en-US" sz="175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77E209-CBF5-1778-B6A7-37241BE28953}"/>
              </a:ext>
            </a:extLst>
          </p:cNvPr>
          <p:cNvSpPr/>
          <p:nvPr/>
        </p:nvSpPr>
        <p:spPr>
          <a:xfrm>
            <a:off x="12565294" y="7358175"/>
            <a:ext cx="1972639" cy="799505"/>
          </a:xfrm>
          <a:prstGeom prst="rect">
            <a:avLst/>
          </a:prstGeom>
          <a:solidFill>
            <a:srgbClr val="07070C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Benutzerdefiniert</PresentationFormat>
  <Paragraphs>94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Sora Light</vt:lpstr>
      <vt:lpstr>Sora Medium</vt:lpstr>
      <vt:lpstr>Consolas</vt:lpstr>
      <vt:lpstr>Arial</vt:lpstr>
      <vt:lpstr>Noto Sans TC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Mayrhofer Felix</cp:lastModifiedBy>
  <cp:revision>8</cp:revision>
  <dcterms:created xsi:type="dcterms:W3CDTF">2026-01-28T16:34:03Z</dcterms:created>
  <dcterms:modified xsi:type="dcterms:W3CDTF">2026-04-26T21:20:22Z</dcterms:modified>
</cp:coreProperties>
</file>